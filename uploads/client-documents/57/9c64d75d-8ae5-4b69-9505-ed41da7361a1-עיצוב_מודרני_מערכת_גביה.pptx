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1307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529"/>
                </a:solidFill>
              </a:defRPr>
            </a:pPr>
            <a:r>
              <a:rPr lang="he-IL"/>
              <a:t>מערכת גביה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743200" y="2560320"/>
            <a:ext cx="365760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Username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291840"/>
            <a:ext cx="365760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Password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206240"/>
            <a:ext cx="1828800" cy="73152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Sign 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529"/>
                </a:solidFill>
              </a:defRPr>
            </a:pPr>
            <a:r>
              <a:t>Admin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229600" cy="237744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Customers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2286000" cy="64008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New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3931920"/>
            <a:ext cx="2286000" cy="64008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3931920"/>
            <a:ext cx="2286000" cy="64008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End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529"/>
                </a:solidFill>
              </a:defRPr>
            </a:pPr>
            <a:r>
              <a:t>New Customer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93192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Customer Details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280160"/>
            <a:ext cx="39319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Upload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468880"/>
            <a:ext cx="39319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Upload Excel – End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840480"/>
            <a:ext cx="1828800" cy="73152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529"/>
                </a:solidFill>
              </a:defRPr>
            </a:pPr>
            <a:r>
              <a:t>Customer Area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9319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Customer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280160"/>
            <a:ext cx="39319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Upload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End Customers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12529"/>
                </a:solidFill>
              </a:defRPr>
            </a:pPr>
            <a:r>
              <a:t>End Customer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9319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Personal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280160"/>
            <a:ext cx="39319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Debt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017520"/>
            <a:ext cx="2011680" cy="73152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Credit 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017520"/>
            <a:ext cx="2011680" cy="73152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Standing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17520"/>
            <a:ext cx="2011680" cy="73152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Bank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‫הצגה על המסך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2025-12-16T13:16:14Z</dcterms:modified>
  <cp:category/>
</cp:coreProperties>
</file>